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Chapter 1, Section 6: The Complex Field. In this section we construct the complex numbers from scratch, using nothing more than ordered pairs of real numbers. We will see that these ordered pairs, equipped with the right addition and multiplication rules, form a field. Along the way we will meet the imaginary unit i, the conjugate, the absolute value, and the important Schwarz inequality.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outline for this section. We begin with the definition of complex numbers and verify that they form a field. Then we show how the familiar notation a plus b i arises naturally. Next we study conjugation and the absolute value, establishing the triangle inequality. Finally, we prove the Schwarz inequality, which will be important throughout the rest of the book. Let's start with some motivation.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begin with some motivation. In the previous sections we carefully constructed the real number system and established its key property: the least upper bound property. So the reals are a complete ordered field. Why would we want anything more? Well, there is a limitation.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that certain very simple equations have no solution in the reals. For instance, the equation x squared plus one equals zero has no real solution, since the square of any real number is nonnegative. This is a serious limitation if we want a number system where every polynomial equation can be solved. So how do we fix this?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is to extend the real numbers to a larger number system, the complex numbers. Rudin's approach is elegant: he defines complex numbers purely as ordered pairs of reals with specific arithmetic rules. No mysterious square root of negative one is assumed to exist. Let's see how this works.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formal definition. A complex number is simply an ordered pair of real numbers. The word ``ordered'' means that the pair "a", "b" and the pair "b", "a" are different whenever "a" is not equal to "b". Two complex numbers are equal precisely when both their first components and second components match. This may seem obvious, but Rudin points out that the definition is not entirely superfluous --- think of how equality of rational numbers works when they are represented as quotients of integers. Now let's define the arithmetic operations.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define the arithmetic. Let "x" equal the pair "a", "b" and "y" equal the pair "c", "d". Addition is done component-wise: we add the first components and the second components separately. This is exactly what you would expect. Next, let's see the multiplication rule, which is more surprising.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Multiplication is more interesting. The first component of the product is "a" "c" minus "b" "d", and the second component is "a" "d" plus "b" "c". This formula may look strange at first, but it is exactly the rule you get if you formally multiply "a" plus "b" "i" times "c" plus "d" "i" and use the fact that "i" squared equals negative one. Of course, we haven't introduced "i" yet --- that comes later. For now, this is just a definition. Let's visualize these ordered pairs in the plane.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visualize each complex number as a point in the plane. The horizontal axis represents the first component, which we will call the real part, and the vertical axis represents the second component, the imaginary part. The complex number "z" equals the pair "a", "b" corresponds to the point with coordinates "a" and "b". We can also think of "z" as a vector from the origin to that point. This geometric picture will be very helpful later when we discuss absolute values and the triangle inequality. Now let's verify that these arithmetic rules give us a field.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structural result. The complex numbers form a field. That means all the field axioms we listed back in Definition 1.12 are satisfied: commutativity and associativity of addition and multiplication, existence of identity elements and inverses, and the distributive law. The zero element is the pair zero, zero and the one element is the pair one, zero. The proof is a systematic verification of each axiom using the field properties of the reals. Let's look at the proof strategy.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roadmap for the proof. We write "x" equals "a", "b", "y" equals "c", "d", and "z" equals "e", "f", and then verify each field axiom one by one. The addition axioms are straightforward since addition is component-wise. The multiplication axioms require more computation: associativity involves expanding lengthy products, and the existence of multiplicative inverses requires a clever formula. Let us walk through the key steps, starting with the addition axioms.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addition axioms follow directly from the corresponding properties of real number addition. Commutativity holds because real addition is commutative. Associativity works because we can regroup the real additions in each component freely. The pair zero, zero is the additive identity because adding zero to each component leaves the number unchanged. And the additive inverse of the pair "a", "b" is the pair negative "a", negative "b", since adding them gives zero, zero. Closure is clear since sums of real numbers are real. Now let's turn to the multiplication axioms, which are more interesting.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Commutativity of multiplication follows because real multiplication is commutative. Associativity is the most tedious verification. As you can see on the slide, we first compute "x" "y", getting the pair "a" "c" minus "b" "d", "a" "d" plus "b" "c", and then multiply by "z" equals the pair "e", "f". Expanding gives the four-term expressions shown. The key point is that if we instead first compute "y" "z" and then multiply by "x", we get exactly the same four-term expressions. Finally, the identity element is the pair one, zero, which leaves any pair "a", "b" unchanged. The crucial axiom is the existence of multiplicative inverses, which we address next.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part of the proof is the multiplicative inverse. If "x" is a nonzero complex number, then at least one of "a" and "b" is nonzero, which means "a" squared plus "b" squared is strictly positive by Proposition 1.18 part "d". So we can divide by this quantity. The inverse of "x" is the pair "a" over "a" squared plus "b" squared, negative "b" over "a" squared plus "b" squared. Now let's verify that this formula actually works.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write "D" for "a" squared plus "b" squared to keep things tidy. Applying the multiplication rule, the first component is "a" times "a" over "D" minus "b" times negative "b" over "D", which gives "a" squared plus "b" squared over "D", which is "D" over "D", which is one. The second component is "a" times negative "b" over "D" plus "b" times "a" over "D", which is negative "a" "b" plus "a" "b" over "D", which is zero. So the product is the pair one, zero, confirming that our formula gives a valid multiplicative inverse. The last axiom to check is the distributive law.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distributive law. We expand "x" times the sum "y" plus "z" using the multiplication formula, then use the distributive law for real numbers to separate the terms. The result splits neatly into "x" "y" plus "x" "z". This completes the verification of all field axioms, so the complex numbers indeed form a field. Next, let's see how the real numbers sit inside this new field.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Theorem 1.26 says that complex numbers of the form "a", zero behave exactly like the real number "a": addition and multiplication of such pairs match the usual real arithmetic. The proof is immediate from the definitions. Because of this, we can identify the pair "a", zero with the real number "a". Under this identification, the real field becomes a subfield of the complex field. Every real number is a complex number whose second component is zero. Now, let's introduce the key ingredient that makes the complex numbers special.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define the famous imaginary unit. It is simply the ordered pair zero, one. There is nothing mysterious about it --- it is a perfectly concrete object, just a pair of real numbers. All of its special properties will follow from the multiplication rule we already defined. Let's see what happens when we square 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payoff. If we multiply "i" by itself using our multiplication formula, we get the pair negative one, zero, which we just identified with the real number negative one. So "i" squared equals negative one. We did not assume this; it is a consequence of our definitions. The ``square root of negative one'' has been constructed, not postulated. Now we can connect the ordered pair notation to the more familiar form.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theorem connects the ordered pair notation to the familiar "a" plus "b" "i" notation. We compute: "a" is identified with the pair "a", zero; "b" times "i" is the pair "b", zero times zero, one, which by our multiplication rule gives zero, "b". Adding these gives "a", "b". So the two notations are completely equivalent. From now on, we can freely write complex numbers as "a" plus "b" "i". With this notation in hand, let's explore conjugation and the absolute value.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a complex number "z" equals "a" plus "b" "i", its conjugate "z" bar is obtained by flipping the sign of the imaginary part: "z" bar equals "a" minus "b" "i". Geometrically, conjugation reflects the point across the real axis. We also give names to the two components: "a" is called the real part of "z", written Re of "z", and "b" is called the imaginary part of "z", written Im of "z". Note that the imaginary part is itself a real number. Let's see what conjugation looks like geometrically.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conjugation geometrically. The complex number "z" is the blue point in the upper half-plane, and its conjugate "z" bar is the red point in the lower half-plane, obtained by reflecting across the real axis. Both points have the same real part "a", but their imaginary parts have opposite signs. Now let's explore the algebraic properties of conjugation.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Theorem 1.31 lists the key properties of conjugation. Part "a" says that conjugation distributes over addition: the conjugate of a sum is the sum of the conjugates. This follows directly from the definition. The same kind of thing happens with multiplication.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"b" says conjugation also distributes over multiplication. The conjugate of a product equals the product of the conjugates. This is verified by direct computation using the multiplication formula. In other words, conjugation is both an additive and multiplicative homomorphism. These two properties together mean that conjugation respects the entire field structure. Next, let's see how conjugation helps us extract the real and imaginary parts.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"c" gives us formulas for extracting the real and imaginary parts using conjugation. If "z" equals "a" plus "b" "i", then "z" plus "z" bar equals 2 "a", which is twice the real part. And "z" minus "z" bar equals 2 "b" "i", which is twice "i" times the imaginary part. These identities will be useful shortly when we prove the triangle inequality. Finally, the most important property.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"d" is especially important. The product "z" times "z" bar always gives a nonnegative real number. This quantity is zero only when both "a" and "b" are zero, that is, when "z" is zero. Otherwise it is strictly positive. This product is the foundation for defining the absolute value, which we introduce next.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absolute value of a complex number "z" is defined as the nonnegative square root of "z" times "z" bar. By Theorem 1.31 part "d", this product is a nonnegative real number, so the square root exists and is unique by Theorem 1.21. When "z" equals "a" plus "b" "i", the absolute value equals the square root of "a" squared plus "b" squared. Geometrically, this is the distance from "z" to the origin in the complex plane. Notice that when "z" is real, say "z" equals "x", then "z" bar equals "x", so the absolute value is the square root of "x" squared, which gives the usual real absolute value. Let's visualize what the absolute value means geometrically.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makes the definition concrete. The red arrow shows the vector from the origin to the point "z". Its length is the absolute value of "z". As the formula on the right shows, by the Pythagorean theorem this length is the square root of "a" squared plus "b" squared, since "a" and "b" are the horizontal and vertical sides of a right triangle. This geometric interpretation is why the absolute value is also called the modulus of "z". Now let's study the key properties of the absolute value.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Theorem 1.33 collects the fundamental properties of the absolute value. Part "a" says the absolute value is positive-definite: it is strictly positive for every nonzero complex number, and equals zero only when "z" is zero. This follows immediately from the definition and Theorem 1.31 part "d". The absolute value detects whether a complex number is zero, just as it does for real numbers. Next, let's see what happens under conjugation.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"b" says that a complex number and its conjugate have the same absolute value. This makes geometric sense: "z" and "z" bar are reflections of each other across the real axis, so they are the same distance from the origin. Next, a key algebraic property.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"c" says the absolute value is multiplicative: the absolute value of a product equals the product of the absolute values. This is a crucial property. It means the absolute value is a homomorphism from the multiplicative group of complex numbers to the positive reals. Next, a comparison between the real part and the full absolute value.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"d" says the absolute value of the real part is at most the absolute value of the whole complex number. This is because "a" squared is at most "a" squared plus "b" squared, so taking square roots gives the absolute value of "a" is at most the square root of "a" squared plus "b" squared. And now the most important property of all.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"e" is the triangle inequality, which is perhaps the single most important inequality in all of analysis. It says the absolute value of a sum is at most the sum of the absolute values. Geometrically, the length of one side of a triangle is at most the sum of the lengths of the other two sides. Let's prove the multiplicativity and the triangle inequality carefully.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multiplicativity, we compute the square of the absolute value of "z" "w". Expanding the product "z" "w" using the multiplication rule and squaring the components, we get "a" "c" minus "b" "d" squared plus "a" "d" plus "b" "c" squared. If you expand these squares and collect terms, you find that the cross terms cancel, leaving "a" squared plus "b" squared times "c" squared plus "d" squared, which is the absolute value of "z" squared times the absolute value of "w" squared. Taking square roots, using the uniqueness from Theorem 1.21, gives the result. Now let's tackle the triangle inequality, which requires a more subtle argument.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of the triangle inequality is the most involved computation in this section. We begin by noting that "z" bar times "w" is the conjugate of "z" times "w" bar, so their sum equals twice the real part of "z" times "w" bar. Now we expand the absolute value of "z" plus "w" squared. The absolute value squared of any complex number equals that number times its conjugate. So we multiply "z" plus "w" by "z" bar plus "w" bar, expand, and recognize "z" "z" bar as the absolute value of "z" squared, and similarly for "w". Now we need to bound that middle term.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use part "d", which says the real part of a complex number is at most its absolute value. Applying this to "z" times "w" bar, we get that 2 times the real part of "z" "w" bar is at most 2 times the absolute value of "z" "w" bar. By part "c", the absolute value of "z" "w" bar equals the absolute value of "z" times the absolute value of "w". Substituting back, we get the absolute value of "z" plus "w" squared is at most the absolute value of "z" plus the absolute value of "w", all squared. Taking square roots gives the triangle inequality. Let's see what this means geometrically.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geometric meaning. We have the vector "z" shown in blue, and the vector "w" shown in red, placed tip to tail. The green vector from the origin to "z" plus "w" is the sum. The triangle inequality says that the length of the green side, the direct path, cannot exceed the total length of the blue and red sides, the indirect path through "z". This is exactly the statement that one side of a triangle is at most the sum of the other two sides. We now move on to the final topic of this section: the Schwarz inequality.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state the Schwarz inequality, we introduce the standard summation notation. The capital sigma denotes a sum over the index j running from 1 to n. This is purely a notational convenience, but it will make the upcoming theorem statement much more compact. Now let's state the Schwarz inequality.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Schwarz inequality, one of the most important inequalities in all of mathematics. It says that the absolute value squared of the inner product of two sequences of complex numbers is at most the product of their squared norms. Let's see the proof.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introduce shorthand: "A" for the sum of absolute values of "a" "j" squared, "B" for the sum of absolute values of "b" "j" squared, and "C" for the sum "a" "j" times "b" "j" bar. If "B" is zero, then all the "b" "j"'s are zero, both sides of the inequality are zero, and there is nothing to prove. So we assume "B" is positive. Now here comes the key trick.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heart of the proof. Consider the sum of the absolute values of "B" "a" "j" minus "C" "b" "j", all squared. Each term in this sum is nonnegative, since it is a squared absolute value. We expand using the properties of conjugation and the definitions of "A", "B", and "C". After simplification, the expression reduces to "B" times the quantity "A" "B" minus the absolute value of "C" squared. Now we can finish the argument.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every term in the sum is nonnegative, the entire sum is nonnegative, so "B" times "A" "B" minus the absolute value of "C" squared is nonnegative. We assumed "B" is positive, so we can divide by "B" and conclude that "A" "B" minus the absolute value of "C" squared is nonnegative. Rearranging, the absolute value of "C" squared is at most "A" times "B", which is exactly the Schwarz inequality. Notice the elegance of the proof: the key idea was to introduce the quantity "B" "a" "j" minus "C" "b" "j", which is designed to telescope nicely. Let's now summarize the key ideas from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review what we covered in this section. First, we defined complex numbers as ordered pairs of real numbers, gave them addition and multiplication rules, and proved that the resulting system is a field. The key ingredients were the additive identity zero, zero, the multiplicative identity one, zero, and the formula for the multiplicative inverse involving "a" squared plus "b" squared.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we showed that the reals embed naturally into the complex numbers as pairs with zero second component. The imaginary unit "i" equals the pair zero, one, and its square is negative one. This gives us the familiar "a" plus "b" "i" notation, which is completely equivalent to the ordered pair notation. We also developed important tools for working with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we introduced conjugation and the absolute value, and proved the triangle inequality: the absolute value of a sum is at most the sum of the absolute values. The absolute value measures distance from the origin in the complex plane, and the triangle inequality captures a fundamental geometric fact about distances. And there was one more major result.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proved the Schwarz inequality, which bounds the inner product of two sequences by the product of their norms. This inequality will be essential when we study Euclidean spaces in the next section, where we generalize from the complex plane to higher-dimensional real vector spaces. Thank you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4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4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